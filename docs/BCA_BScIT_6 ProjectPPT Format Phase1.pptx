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70" r:id="rId4"/>
    <p:sldId id="272" r:id="rId5"/>
    <p:sldId id="259" r:id="rId6"/>
    <p:sldId id="260" r:id="rId7"/>
    <p:sldId id="273" r:id="rId8"/>
    <p:sldId id="261" r:id="rId9"/>
    <p:sldId id="264" r:id="rId10"/>
    <p:sldId id="275" r:id="rId11"/>
    <p:sldId id="266" r:id="rId12"/>
    <p:sldId id="268" r:id="rId13"/>
    <p:sldId id="269" r:id="rId14"/>
    <p:sldId id="274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43" y="62"/>
      </p:cViewPr>
      <p:guideLst>
        <p:guide orient="horz" pos="19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87E8E-A2A3-4FC4-9D89-DD4964B4EFC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58B67-D39D-4060-A7D2-E7BEAC0AE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10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C58B67-D39D-4060-A7D2-E7BEAC0AED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06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C58B67-D39D-4060-A7D2-E7BEAC0AED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86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CDEAF-15DB-4807-BE74-9E08747C88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7F6D-E0CD-4B7E-91B0-2ED5EE4CE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17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CDEAF-15DB-4807-BE74-9E08747C88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7F6D-E0CD-4B7E-91B0-2ED5EE4CE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135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1390" cy="5488808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364394" y="6604000"/>
            <a:ext cx="5463209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#2305CS400 (Capstone Project/on Job Training)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67DAD1-2B38-4A8A-96F7-15F7224D11D2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4105" y="862318"/>
            <a:ext cx="1688465" cy="76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77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3"/>
            <a:ext cx="11979756" cy="562490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364394" y="6604000"/>
            <a:ext cx="5463209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#2304CS600 (Capstone Project / Internship)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8F9A063-0F48-6F30-E5DE-6B7803164CC5}"/>
              </a:ext>
            </a:extLst>
          </p:cNvPr>
          <p:cNvGrpSpPr/>
          <p:nvPr userDrawn="1"/>
        </p:nvGrpSpPr>
        <p:grpSpPr>
          <a:xfrm>
            <a:off x="10565971" y="5992307"/>
            <a:ext cx="1339023" cy="407045"/>
            <a:chOff x="10721798" y="852808"/>
            <a:chExt cx="1339023" cy="407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CE1383B-0E76-BB44-4A75-E74637665E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BA21116-942D-DB21-5F44-52C9F56A9D09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3177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3"/>
            <a:ext cx="11832219" cy="5634629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364394" y="6604000"/>
            <a:ext cx="5463209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#2305CS400 (Capstone Project/on Job Training)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C3ABA1-E90E-4173-B776-FD634A9DCD62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80" y="5765481"/>
            <a:ext cx="1688465" cy="76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06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+mj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6502984" y="880013"/>
            <a:ext cx="218361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OOP Java is the easiest, scoring and my favorite subject</a:t>
            </a:r>
            <a:endParaRPr lang="en-IN" sz="7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726AD8-1501-4A5F-8409-848B3D90AB04}"/>
              </a:ext>
            </a:extLst>
          </p:cNvPr>
          <p:cNvPicPr/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0422" y="6095365"/>
            <a:ext cx="1688465" cy="76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27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i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+mn-cs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6AC4E1-2A25-4E44-BD6A-499578301BC7}"/>
              </a:ext>
            </a:extLst>
          </p:cNvPr>
          <p:cNvPicPr/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3" y="6116638"/>
            <a:ext cx="1688465" cy="76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2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CDEAF-15DB-4807-BE74-9E08747C88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07F6D-E0CD-4B7E-91B0-2ED5EE4CE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16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0" r:id="rId3"/>
    <p:sldLayoutId id="2147483661" r:id="rId4"/>
    <p:sldLayoutId id="2147483662" r:id="rId5"/>
    <p:sldLayoutId id="2147483663" r:id="rId6"/>
    <p:sldLayoutId id="214748366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92096"/>
            <a:ext cx="12192000" cy="1653563"/>
          </a:xfrm>
          <a:noFill/>
        </p:spPr>
        <p:txBody>
          <a:bodyPr/>
          <a:lstStyle/>
          <a:p>
            <a:r>
              <a:rPr lang="en-IN" dirty="0">
                <a:latin typeface="Roboto Medium" panose="02000000000000000000" pitchFamily="2" charset="0"/>
                <a:ea typeface="Roboto Medium" panose="02000000000000000000" pitchFamily="2" charset="0"/>
              </a:rPr>
              <a:t>Title of Project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583325"/>
              </p:ext>
            </p:extLst>
          </p:nvPr>
        </p:nvGraphicFramePr>
        <p:xfrm>
          <a:off x="171314" y="3423766"/>
          <a:ext cx="11849372" cy="3102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49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61077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Roboto Slab Medium" pitchFamily="2" charset="0"/>
                          <a:ea typeface="Roboto Slab Medium" pitchFamily="2" charset="0"/>
                          <a:cs typeface="Roboto Slab Medium" pitchFamily="2" charset="0"/>
                        </a:rPr>
                        <a:t>Capstone Project</a:t>
                      </a:r>
                      <a:r>
                        <a:rPr lang="en-IN" sz="2400" b="1" kern="1200" dirty="0">
                          <a:latin typeface="Roboto Slab Medium" pitchFamily="2" charset="0"/>
                          <a:ea typeface="Roboto Slab Medium" pitchFamily="2" charset="0"/>
                          <a:cs typeface="Roboto Slab Medium" pitchFamily="2" charset="0"/>
                        </a:rPr>
                        <a:t> </a:t>
                      </a:r>
                      <a:r>
                        <a:rPr lang="en-IN" sz="2400" b="1" kern="1200" dirty="0">
                          <a:latin typeface="Roboto Slab Medium" pitchFamily="2" charset="0"/>
                          <a:ea typeface="Roboto Slab Medium" pitchFamily="2" charset="0"/>
                        </a:rPr>
                        <a:t>(2304CS600)</a:t>
                      </a:r>
                    </a:p>
                    <a:p>
                      <a:pPr algn="ctr"/>
                      <a:endParaRPr lang="en-IN" sz="2400" kern="1200" dirty="0">
                        <a:latin typeface="Roboto Slab Medium" pitchFamily="2" charset="0"/>
                        <a:ea typeface="Roboto Slab Medium" pitchFamily="2" charset="0"/>
                      </a:endParaRPr>
                    </a:p>
                    <a:p>
                      <a:pPr algn="ctr"/>
                      <a:r>
                        <a:rPr lang="en-IN" sz="2400" b="1" kern="1200" dirty="0">
                          <a:latin typeface="Roboto Slab Medium" pitchFamily="2" charset="0"/>
                          <a:ea typeface="Roboto Slab Medium" pitchFamily="2" charset="0"/>
                        </a:rPr>
                        <a:t>BCA/BSc.IT SEMESTER-6</a:t>
                      </a:r>
                    </a:p>
                    <a:p>
                      <a:pPr algn="ctr"/>
                      <a:r>
                        <a:rPr lang="en-IN" sz="2400" kern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&lt;Name&gt; - &lt;</a:t>
                      </a:r>
                      <a:r>
                        <a:rPr lang="en-IN" sz="2400" kern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Enrollment</a:t>
                      </a:r>
                      <a:r>
                        <a:rPr lang="en-IN" sz="2400" kern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No.&gt;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Internal Guide:</a:t>
                      </a:r>
                    </a:p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Prof.________________</a:t>
                      </a:r>
                    </a:p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Darshan University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</a:endParaRPr>
                    </a:p>
                    <a:p>
                      <a:endParaRPr lang="en-IN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F7312FD-7637-4C72-DACF-ADFD7F2B19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5232" y="185445"/>
            <a:ext cx="2675454" cy="81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30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Outline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Abstract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Problems of Existing System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Scope &amp; Advantage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System Requirement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Module List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Module Detailing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Database Schema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System Design</a:t>
            </a:r>
            <a:endParaRPr lang="en-IN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Implementation Screenshots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/>
              <a:t>Reference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928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Abstract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Your Project Abstract / Introduction here</a:t>
            </a:r>
          </a:p>
        </p:txBody>
      </p:sp>
    </p:spTree>
    <p:extLst>
      <p:ext uri="{BB962C8B-B14F-4D97-AF65-F5344CB8AC3E}">
        <p14:creationId xmlns:p14="http://schemas.microsoft.com/office/powerpoint/2010/main" val="3952098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Problems of Existing System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List out the problems of existing system/solution</a:t>
            </a:r>
          </a:p>
        </p:txBody>
      </p:sp>
    </p:spTree>
    <p:extLst>
      <p:ext uri="{BB962C8B-B14F-4D97-AF65-F5344CB8AC3E}">
        <p14:creationId xmlns:p14="http://schemas.microsoft.com/office/powerpoint/2010/main" val="2132857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Scope &amp; Advantage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Scope and advantages of your project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9355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System Requirement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List out Hardware Requirement and Software Requirement </a:t>
            </a:r>
          </a:p>
        </p:txBody>
      </p:sp>
    </p:spTree>
    <p:extLst>
      <p:ext uri="{BB962C8B-B14F-4D97-AF65-F5344CB8AC3E}">
        <p14:creationId xmlns:p14="http://schemas.microsoft.com/office/powerpoint/2010/main" val="1332085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Module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List out all project module here and explain all these module in next module detailing section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4652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Module Detailing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Explain all your module in details here. You must have to cover all module listed in module list.</a:t>
            </a:r>
          </a:p>
        </p:txBody>
      </p:sp>
    </p:spTree>
    <p:extLst>
      <p:ext uri="{BB962C8B-B14F-4D97-AF65-F5344CB8AC3E}">
        <p14:creationId xmlns:p14="http://schemas.microsoft.com/office/powerpoint/2010/main" val="2949345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Database Schema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Add your Database Schema here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9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49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Screenshots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Add project screenshots here</a:t>
            </a:r>
          </a:p>
        </p:txBody>
      </p:sp>
    </p:spTree>
    <p:extLst>
      <p:ext uri="{BB962C8B-B14F-4D97-AF65-F5344CB8AC3E}">
        <p14:creationId xmlns:p14="http://schemas.microsoft.com/office/powerpoint/2010/main" val="2028173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Limitations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Limitations of your project</a:t>
            </a:r>
          </a:p>
        </p:txBody>
      </p:sp>
    </p:spTree>
    <p:extLst>
      <p:ext uri="{BB962C8B-B14F-4D97-AF65-F5344CB8AC3E}">
        <p14:creationId xmlns:p14="http://schemas.microsoft.com/office/powerpoint/2010/main" val="746837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Conclusion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Short conclusion of project</a:t>
            </a:r>
          </a:p>
        </p:txBody>
      </p:sp>
    </p:spTree>
    <p:extLst>
      <p:ext uri="{BB962C8B-B14F-4D97-AF65-F5344CB8AC3E}">
        <p14:creationId xmlns:p14="http://schemas.microsoft.com/office/powerpoint/2010/main" val="1201340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Reference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all references from where you have read/write related to your topic.</a:t>
            </a:r>
          </a:p>
          <a:p>
            <a:pPr marL="0" indent="0">
              <a:buNone/>
            </a:pPr>
            <a:r>
              <a:rPr lang="en-US"/>
              <a:t>Like </a:t>
            </a:r>
            <a:r>
              <a:rPr lang="en-US" dirty="0"/>
              <a:t>web sites, research papers, journals, books, dissertations etc.</a:t>
            </a:r>
          </a:p>
        </p:txBody>
      </p:sp>
    </p:spTree>
    <p:extLst>
      <p:ext uri="{BB962C8B-B14F-4D97-AF65-F5344CB8AC3E}">
        <p14:creationId xmlns:p14="http://schemas.microsoft.com/office/powerpoint/2010/main" val="750167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8800" dirty="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287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187</Words>
  <Application>Microsoft Office PowerPoint</Application>
  <PresentationFormat>Widescreen</PresentationFormat>
  <Paragraphs>46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Calibri</vt:lpstr>
      <vt:lpstr>Calibri Light</vt:lpstr>
      <vt:lpstr>Roboto</vt:lpstr>
      <vt:lpstr>Roboto Condensed</vt:lpstr>
      <vt:lpstr>Roboto Condensed Light</vt:lpstr>
      <vt:lpstr>Roboto Medium</vt:lpstr>
      <vt:lpstr>Roboto Slab Medium</vt:lpstr>
      <vt:lpstr>Wingdings</vt:lpstr>
      <vt:lpstr>Wingdings 3</vt:lpstr>
      <vt:lpstr>Office Theme</vt:lpstr>
      <vt:lpstr>Title of Project</vt:lpstr>
      <vt:lpstr>Outline</vt:lpstr>
      <vt:lpstr>Abstract</vt:lpstr>
      <vt:lpstr>Problems of Existing System</vt:lpstr>
      <vt:lpstr>Scope &amp; Advantage</vt:lpstr>
      <vt:lpstr>System Requirement</vt:lpstr>
      <vt:lpstr>Module List</vt:lpstr>
      <vt:lpstr>Module Detailing</vt:lpstr>
      <vt:lpstr>Database Schema </vt:lpstr>
      <vt:lpstr>System Design</vt:lpstr>
      <vt:lpstr>Screenshots</vt:lpstr>
      <vt:lpstr>Limitations</vt:lpstr>
      <vt:lpstr>Conclusion</vt:lpstr>
      <vt:lpstr>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 &lt;Company Name (in case of IDP)&gt;</dc:title>
  <dc:creator>ADMIN</dc:creator>
  <cp:lastModifiedBy>Hemang Chath</cp:lastModifiedBy>
  <cp:revision>34</cp:revision>
  <dcterms:created xsi:type="dcterms:W3CDTF">2021-02-25T05:52:24Z</dcterms:created>
  <dcterms:modified xsi:type="dcterms:W3CDTF">2026-02-10T09:00:56Z</dcterms:modified>
</cp:coreProperties>
</file>